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PhoneMail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Universal Email Using Phone Numbers as IDs\nAlphaStack 7-Day Buildathon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The Problem &amp; Core Thesis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Why bridge Email and Instant Messaging?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Email addresses are fragmented, spam-ridden, and disconnected from our primary daily identity: the phone number.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Users live in WhatsApp and SMS, yet universal external notifications and business require SMTP email.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PhoneMail Thesis: Any phone number becomes a universal email address (+15550192834@phonemail.com).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Zero Cost Constraint: Built entirely on Supabase free tier, Twilio trial, and a local Node.js Port 25 SMTP daemon.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Dual-Platform UX Strategy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Tailored to the form factor, not a generic compromise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Mobile Client (WhatsApp Design Language): Authentic dark slate (#111b21), emerald accents (#00a884), custom doodle chat wallpaper, and read checkmarks (✓✓).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4-Step Mobile Onboarding: Language Selector -&gt; Terms of Service -&gt; SIM Detection Simulation -&gt; SMS OTP Auto-Detection.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Desktop Web Client (Gmail 3-Pane UX): Google Workspace layout with collapsible sidebar, floating Compose pill (#c2e7ff), dense list, and reading pane.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Zero Tailwind / Pure Vanilla CSS Modules: Built strictly to specification with fluid GSAP micro-interactions.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Spike Mail Chat UX Innovations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Transforming formal emails into conversational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Unified Inbox: No separate Sent or Inbox folders; all correspondence grouped naturally by sender.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Compact Subject: Positioned right above the message input on new threads, automatically hides when replying.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Swipe-to-Reply &amp; Quoting: Tag original messages into a preview quote bar with 1 tap/gesture.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Tap to Expand: Long or formatted emails instantly open in a full Traditional Email View Modal.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Camera Slot Compose Switcher: Replaces WhatsApp camera icon with a 1-tap switcher to full traditional compose.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Alias ID Management: Users can create custom handles (e.g. work@phonemail.com) without revealing their phone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System Architecture &amp; Data Flow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Zero-cost, high-performance distributed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Inbound SMTP Service: Node.js smtp-server listening on Port 25 parses RFC-822 MIME streams and writes to Supabase.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SMS Notification Gateway: Twilio webhook (/api/twilio/notify) alerts unregistered users of incoming mail via SMS.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Toll-Free IVR Registration: Automated Twilio voice route (/api/twilio-ivr) registers callers who press 1.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Supabase PostgreSQL &amp; RLS: Strict Row-Level Security ensuring users only read emails where auth.jwt() matches sender or recipient.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Next.js 16 App Router: High-speed SSR, Turbopack, and PWA service worker shell.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A884"/>
                </a:solidFill>
              </a:defRPr>
            </a:pPr>
            <a:r>
              <a:t>Deliverables &amp; Live Demonstration</a:t>
            </a:r>
          </a:p>
          <a:p>
            <a:pPr>
              <a:defRPr sz="1800">
                <a:solidFill>
                  <a:srgbClr val="8696A0"/>
                </a:solidFill>
              </a:defRPr>
            </a:pPr>
            <a:r>
              <a:t>Proven end-to-end working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Live Demo Runner (demo_test.py): Sends a real RFC-822 email on Port 25, records DB sync, and triggers the UI instantly.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Dockerized Deployment: Entire stack runs in one command via docker compose up -d.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Progressive Web App (PWA): 192x192 &amp; 512x512 maskable brand icons, sw.js service worker, and manifest.json.</a:t>
            </a:r>
          </a:p>
          <a:p>
            <a:pPr>
              <a:spcAft>
                <a:spcPts val="1800"/>
              </a:spcAft>
              <a:defRPr sz="1700">
                <a:solidFill>
                  <a:srgbClr val="E9EDEF"/>
                </a:solidFill>
              </a:defRPr>
            </a:pPr>
            <a:r>
              <a:t>•  Instant Android APK: 100% TWA compliant for 2-minute packaging via PWABuilder.com or Bubblewrap CLI.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